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the Internet Destroys Kids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Jarvis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Internet Destroys Kids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Impact on Youth</a:t>
            </a:r>
          </a:p>
          <a:p>
            <a:pPr/>
            <a:r>
              <a:t>A Critical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Mental Health Impacts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Increased anxiety and depression</a:t>
            </a:r>
          </a:p>
          <a:p>
            <a:pPr/>
            <a:r>
              <a:t>Cyberbullying and social pressure</a:t>
            </a:r>
          </a:p>
          <a:p>
            <a:pPr/>
            <a:r>
              <a:t>Addiction to social media and gaming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Physical Health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Sedentary lifestyle</a:t>
            </a:r>
          </a:p>
          <a:p>
            <a:pPr/>
            <a:r>
              <a:t>Sleep disruption from screen time</a:t>
            </a:r>
          </a:p>
          <a:p>
            <a:pPr/>
            <a:r>
              <a:t>Poor posture and eye strain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and Cognitive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interpersonal skills</a:t>
            </a:r>
          </a:p>
          <a:p>
            <a:pPr/>
            <a:r>
              <a:t>Shortened attention spans</a:t>
            </a:r>
          </a:p>
          <a:p>
            <a:pPr/>
            <a:r>
              <a:t>Exposure to inappropriate 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Balancing screen time</a:t>
            </a:r>
          </a:p>
          <a:p>
            <a:pPr/>
            <a:r>
              <a:t>Parental controls and supervision</a:t>
            </a:r>
          </a:p>
          <a:p>
            <a:pPr/>
            <a:r>
              <a:t>Promoting offline activities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